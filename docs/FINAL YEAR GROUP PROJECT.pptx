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9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70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22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5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27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7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3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46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63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32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183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2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52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0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8FDFD2-61B4-4576-9E9C-E9D1C909D34B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DC8EF04-99F3-4065-BE35-1024075FD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1546" y="1095068"/>
            <a:ext cx="9144000" cy="3740582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b="1" u="sng" dirty="0" smtClean="0"/>
              <a:t>FINAL </a:t>
            </a:r>
            <a:r>
              <a:rPr lang="en-US" b="1" u="sng" dirty="0"/>
              <a:t>YEAR GROUP </a:t>
            </a:r>
            <a:r>
              <a:rPr lang="en-US" b="1" u="sng" dirty="0" smtClean="0"/>
              <a:t>PROJECT</a:t>
            </a:r>
            <a:br>
              <a:rPr lang="en-US" b="1" u="sng" dirty="0" smtClean="0"/>
            </a:br>
            <a:r>
              <a:rPr lang="en-US" dirty="0"/>
              <a:t/>
            </a:r>
            <a:br>
              <a:rPr lang="en-US" dirty="0"/>
            </a:br>
            <a:r>
              <a:rPr kumimoji="0" lang="en-US" altLang="en-US" sz="44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GhostRelay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Ephemeral Zero-Trust Communication Protocol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5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54727"/>
            <a:ext cx="10515600" cy="2265218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Supervisor:</a:t>
            </a:r>
            <a:r>
              <a:rPr lang="en-US" dirty="0"/>
              <a:t>  Md. Elena </a:t>
            </a:r>
            <a:r>
              <a:rPr lang="en-US" dirty="0" err="1" smtClean="0"/>
              <a:t>Mwai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Group Members: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498" y="3179928"/>
            <a:ext cx="7382301" cy="243592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1. Athman Ibrahim            	BSCCS/2022/48631 </a:t>
            </a:r>
            <a:br>
              <a:rPr lang="en-US" dirty="0" smtClean="0"/>
            </a:br>
            <a:r>
              <a:rPr lang="en-US" dirty="0" smtClean="0"/>
              <a:t>2. Joseph Kihamba            	BSCCS/2022/33117</a:t>
            </a:r>
            <a:br>
              <a:rPr lang="en-US" dirty="0" smtClean="0"/>
            </a:br>
            <a:r>
              <a:rPr lang="en-US" dirty="0" smtClean="0"/>
              <a:t>3. Mohamed Ali Bore      	BSCCS/2023/45387</a:t>
            </a:r>
            <a:br>
              <a:rPr lang="en-US" dirty="0" smtClean="0"/>
            </a:br>
            <a:r>
              <a:rPr lang="en-US" dirty="0" smtClean="0"/>
              <a:t>4. Derek Wango               	BSCCS/2022/59177</a:t>
            </a:r>
            <a:br>
              <a:rPr lang="en-US" dirty="0" smtClean="0"/>
            </a:br>
            <a:r>
              <a:rPr lang="en-US" dirty="0" smtClean="0"/>
              <a:t>5. David </a:t>
            </a:r>
            <a:r>
              <a:rPr lang="en-US" dirty="0" err="1" smtClean="0"/>
              <a:t>Muchai</a:t>
            </a:r>
            <a:r>
              <a:rPr lang="en-US" dirty="0" smtClean="0"/>
              <a:t>       		BSCCS/2023/39100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86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6825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254" y="2493818"/>
            <a:ext cx="9852546" cy="36207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Modern communication systems permanently accumulate data about who we talk to, when we talk, and often require persistent identities.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GhostRelay investigates whether secure communication can occur while minimizing that retained information through an ephemeral, zero-trust relay architecture.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8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9241" y="1801504"/>
            <a:ext cx="9778169" cy="45992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Main objective: </a:t>
            </a:r>
            <a:r>
              <a:rPr lang="en-US" dirty="0" smtClean="0"/>
              <a:t>To design and implement a communication protocol that allows two users to exchange end-to-end encrypted messages through an untrusted relay server without maintaining persistent identities or message histories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communication protocol.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client-side key generation.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stateless relay server.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one-time encrypted message delivery.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protocol against defined security threats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2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0945"/>
            <a:ext cx="10515600" cy="139974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9462" y="2148385"/>
            <a:ext cx="10018713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GhostRelay will not:</a:t>
            </a:r>
          </a:p>
          <a:p>
            <a:pPr lvl="2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voice/video </a:t>
            </a:r>
          </a:p>
          <a:p>
            <a:pPr lvl="2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decentralized routing </a:t>
            </a:r>
          </a:p>
          <a:p>
            <a:pPr lvl="2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Signal </a:t>
            </a:r>
          </a:p>
          <a:p>
            <a:pPr lvl="2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anonymous internet browsing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0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06522"/>
          </a:xfrm>
        </p:spPr>
        <p:txBody>
          <a:bodyPr>
            <a:normAutofit fontScale="90000"/>
          </a:bodyPr>
          <a:lstStyle/>
          <a:p>
            <a:r>
              <a:rPr lang="en-US" b="1" u="none" strike="noStrike" dirty="0" smtClean="0">
                <a:effectLst/>
                <a:latin typeface="Google Sans"/>
              </a:rPr>
              <a:t>Core Questions We Are Answering</a:t>
            </a:r>
            <a:br>
              <a:rPr lang="en-US" b="1" u="none" strike="noStrike" dirty="0" smtClean="0">
                <a:effectLst/>
                <a:latin typeface="Google San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448" y="1569493"/>
            <a:ext cx="9511352" cy="4786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Issue</a:t>
            </a:r>
            <a:r>
              <a:rPr lang="en-US" b="0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Modern messaging platforms require personal identifiers (like phone numbers) or store communication logs on central servers.</a:t>
            </a:r>
          </a:p>
          <a:p>
            <a:pPr marL="0" indent="0">
              <a:buNone/>
            </a:pPr>
            <a:r>
              <a:rPr lang="en-US" b="1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Target Audience</a:t>
            </a:r>
            <a:r>
              <a:rPr lang="en-US" b="0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High-privacy individuals, journalists, and users in censored regions.</a:t>
            </a:r>
          </a:p>
          <a:p>
            <a:pPr marL="0" indent="0">
              <a:buNone/>
            </a:pPr>
            <a:r>
              <a:rPr lang="en-US" b="1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Constraint</a:t>
            </a:r>
            <a:r>
              <a:rPr lang="en-US" b="0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We define the </a:t>
            </a:r>
            <a:r>
              <a:rPr lang="en-US" b="1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need first</a:t>
            </a:r>
            <a:r>
              <a:rPr lang="en-US" b="0" u="none" strike="noStrike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ignoring technology limitations at the start.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separating the "need" from the "technology," we avoid building features nobody wants. We focus entirely on what the user requires to feel safe.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24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00836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 Analysis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9366" y="1496291"/>
            <a:ext cx="9934433" cy="46806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something better, we analyzed the four best privacy apps on the market: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Great usability, but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prioritizes usability and broad adoption through phone-number-based identity, whereas GhostRelay explores communication without persistent identifiers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a central server.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phone numbers required, but message delivery can be slow.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Briar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Works completely offline via Bluetooth mesh networks, but both users must be online to sync.</a:t>
            </a:r>
          </a:p>
          <a:p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SimpleXChat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Erases user IDs completely using individual queues, but has a steep learning curve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5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439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Technology Stack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4901" y="1184564"/>
            <a:ext cx="10222173" cy="5320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selected specific tools to solve the exact problems identified in our research: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 Native)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us to write code once and deploy native apps to both iOS and Android.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(Go/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Golang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thousands of concurrent server connections effortlessly using lightweight processes.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Logic (Rust)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Guarantees memory safety and eliminates security bugs before the app even runs.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Onboarding (QR Codes)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swap public encryption keys in person to avoid using a central directory.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(RAM-only)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Relays store message queues entirely in memory. Data vanishes instantly if the server loses power.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86604"/>
            <a:ext cx="9905998" cy="982638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&amp; Communication Protocols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128" y="1537855"/>
            <a:ext cx="10002672" cy="463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move data safely from Client A to Client B: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Crypto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Public keys encrypt the message; private keys decrypt it.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Authenticated Encryption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messages cannot be altered mid-transit.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Secrecy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temporary keys that expire immediately. Old messages stay safe even if a master key is stolen later.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Zero-Knowledge Relays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Servers act like blind couriers. They deliver envelopes without knowing the sender or recipient.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6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6269" y="473122"/>
            <a:ext cx="9905998" cy="85071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 Modeling &amp; Defensive Strategy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127" y="1460310"/>
            <a:ext cx="9696283" cy="4694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design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 actively defend against six specific adversaries: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Curious Users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Blocked via strict database access controls.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Relays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Rendered harmless because payloads are fully encrypted before reaching them.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Eavesdroppers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Defeated using TLS 1.3 encryption and fixed-size data padding.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Attackers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Blocked using strict cryptographic sequence counters.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Impersonators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Prevented via out-of-band QR code fingerprint validation.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Attackers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Mitigated via client-side rate limits.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96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Responsibilities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608173"/>
              </p:ext>
            </p:extLst>
          </p:nvPr>
        </p:nvGraphicFramePr>
        <p:xfrm>
          <a:off x="1624084" y="2148385"/>
          <a:ext cx="9539784" cy="3733802"/>
        </p:xfrm>
        <a:graphic>
          <a:graphicData uri="http://schemas.openxmlformats.org/drawingml/2006/table">
            <a:tbl>
              <a:tblPr/>
              <a:tblGrid>
                <a:gridCol w="3179928">
                  <a:extLst>
                    <a:ext uri="{9D8B030D-6E8A-4147-A177-3AD203B41FA5}">
                      <a16:colId xmlns:a16="http://schemas.microsoft.com/office/drawing/2014/main" val="1019760825"/>
                    </a:ext>
                  </a:extLst>
                </a:gridCol>
                <a:gridCol w="3179928">
                  <a:extLst>
                    <a:ext uri="{9D8B030D-6E8A-4147-A177-3AD203B41FA5}">
                      <a16:colId xmlns:a16="http://schemas.microsoft.com/office/drawing/2014/main" val="1082780974"/>
                    </a:ext>
                  </a:extLst>
                </a:gridCol>
                <a:gridCol w="3179928">
                  <a:extLst>
                    <a:ext uri="{9D8B030D-6E8A-4147-A177-3AD203B41FA5}">
                      <a16:colId xmlns:a16="http://schemas.microsoft.com/office/drawing/2014/main" val="904907540"/>
                    </a:ext>
                  </a:extLst>
                </a:gridCol>
              </a:tblGrid>
              <a:tr h="292847">
                <a:tc>
                  <a:txBody>
                    <a:bodyPr/>
                    <a:lstStyle/>
                    <a:p>
                      <a:r>
                        <a:rPr lang="en-US" sz="1200"/>
                        <a:t>Member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Primary Responsibility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Deliverables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328053"/>
                  </a:ext>
                </a:extLst>
              </a:tr>
              <a:tr h="732118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Member</a:t>
                      </a:r>
                      <a:r>
                        <a:rPr lang="en-US" sz="1200" b="1" baseline="0" dirty="0" smtClean="0"/>
                        <a:t> 1 (athman)</a:t>
                      </a:r>
                      <a:endParaRPr lang="en-US" sz="1200" b="1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Protocol design, architecture, system </a:t>
                      </a:r>
                      <a:r>
                        <a:rPr lang="en-US" sz="1200" dirty="0" smtClean="0"/>
                        <a:t>integration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Protocol spec, architecture diagrams, integration reviews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545162"/>
                  </a:ext>
                </a:extLst>
              </a:tr>
              <a:tr h="512483">
                <a:tc>
                  <a:txBody>
                    <a:bodyPr/>
                    <a:lstStyle/>
                    <a:p>
                      <a:r>
                        <a:rPr lang="en-US" sz="1200" b="1" dirty="0"/>
                        <a:t>Member 2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Mobile client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React Native UI, navigation, QR code screens, user testing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615016"/>
                  </a:ext>
                </a:extLst>
              </a:tr>
              <a:tr h="732118">
                <a:tc>
                  <a:txBody>
                    <a:bodyPr/>
                    <a:lstStyle/>
                    <a:p>
                      <a:r>
                        <a:rPr lang="en-US" sz="1200" b="1" dirty="0"/>
                        <a:t>Member 3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Relay server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 API, in-memory message queue, expiration logic, backend tests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117467"/>
                  </a:ext>
                </a:extLst>
              </a:tr>
              <a:tr h="732118">
                <a:tc>
                  <a:txBody>
                    <a:bodyPr/>
                    <a:lstStyle/>
                    <a:p>
                      <a:r>
                        <a:rPr lang="en-US" sz="1200" b="1" dirty="0"/>
                        <a:t>Member 4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Rust security core support &amp; testing 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Help with cryptographic library integration, test automation, code reviews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394228"/>
                  </a:ext>
                </a:extLst>
              </a:tr>
              <a:tr h="732118">
                <a:tc>
                  <a:txBody>
                    <a:bodyPr/>
                    <a:lstStyle/>
                    <a:p>
                      <a:r>
                        <a:rPr lang="en-US" sz="1200" b="1" dirty="0"/>
                        <a:t>Member 5</a:t>
                      </a:r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Documentation &amp; QA</a:t>
                      </a:r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SRS, report formatting, literature review, testing reports, presentation updates</a:t>
                      </a:r>
                    </a:p>
                    <a:p>
                      <a:endParaRPr lang="en-US" sz="1200" dirty="0"/>
                    </a:p>
                  </a:txBody>
                  <a:tcPr marL="61259" marR="61259" marT="30629" marB="306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71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4426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591</TotalTime>
  <Words>696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Corbel</vt:lpstr>
      <vt:lpstr>Google Sans</vt:lpstr>
      <vt:lpstr>Times New Roman</vt:lpstr>
      <vt:lpstr>Parallax</vt:lpstr>
      <vt:lpstr>FINAL YEAR GROUP PROJECT  GhostRelay   </vt:lpstr>
      <vt:lpstr> Supervisor:  Md. Elena Mwai  Group Members:   </vt:lpstr>
      <vt:lpstr>Introduction </vt:lpstr>
      <vt:lpstr>Objectives</vt:lpstr>
      <vt:lpstr>Scope</vt:lpstr>
      <vt:lpstr>Core Questions We Are Answering </vt:lpstr>
      <vt:lpstr>Competitor Analysis</vt:lpstr>
      <vt:lpstr>Our Technology Stack</vt:lpstr>
      <vt:lpstr>Cryptography &amp; Communication Protocols</vt:lpstr>
      <vt:lpstr>Threat Modeling &amp; Defensive Strategy</vt:lpstr>
      <vt:lpstr>Team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GROUP PROJECT  Decentralized Secure Messenger</dc:title>
  <dc:creator>athman lethome</dc:creator>
  <cp:lastModifiedBy>athman lethome</cp:lastModifiedBy>
  <cp:revision>10</cp:revision>
  <dcterms:created xsi:type="dcterms:W3CDTF">2026-07-03T19:01:26Z</dcterms:created>
  <dcterms:modified xsi:type="dcterms:W3CDTF">2026-07-04T12:32:06Z</dcterms:modified>
</cp:coreProperties>
</file>